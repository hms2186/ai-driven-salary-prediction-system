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0"/>
    <p:restoredTop sz="94616"/>
  </p:normalViewPr>
  <p:slideViewPr>
    <p:cSldViewPr snapToGrid="0">
      <p:cViewPr>
        <p:scale>
          <a:sx n="72" d="100"/>
          <a:sy n="72" d="100"/>
        </p:scale>
        <p:origin x="2432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2/27/26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2/27/26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2/27/26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2/27/26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AI-Driven Workforce Income Classification System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HEMANTH MADHAV 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SRM INSTITUTE OF SCIENCE &amp; TECHNOLOGY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 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59757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5266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3719DE-936F-3DA7-32B2-ECA4BA64599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9981" y="1583943"/>
            <a:ext cx="10406253" cy="36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Organizations and economic planners lack efficient, automated tools to benchmark competitive salary tiers based on complex demographic variables.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Standard raw census datasets are historically dense and difficult for non-technical stakeholders to interpret for real-time decision-making.</a:t>
            </a:r>
          </a:p>
          <a:p>
            <a:pPr marL="400050" marR="0" lvl="0" indent="-4000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 is a significant "context gap" in existing global models that fail to adapt to localized economic indicators and workforce terminology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9D15EE-7323-3A5A-79B1-ED8CFE5A0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71" y="1749791"/>
            <a:ext cx="10692494" cy="36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Developed an end-to-end Machine Learning pipeline that classifies individuals into high-earning income brackets (Above ₹40 LPA) with high accuracy.</a:t>
            </a:r>
          </a:p>
          <a:p>
            <a:pPr marL="400050" marR="0" lvl="0" indent="-4000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Implemented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Localization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that maps global census parameters into intuitive Indian workforce terms like "B.Tech /MBA" and "Private Sector (MNC)".</a:t>
            </a:r>
          </a:p>
          <a:p>
            <a:pPr marL="400050" marR="0" lvl="0" indent="-4000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Deployed a futuristic, dark-themed web dashboard for seamless model interaction without requiring technical expertise.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F606D9-940A-B420-472E-2E02C12D33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6" y="1793494"/>
            <a:ext cx="10660716" cy="36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Python 3.x for robust data processing and backend logic.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Engineering: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Pandas and NumPy for cleaning 32,561+ census records and feature scaling.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Machine 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Scikit-Learn for training an ensemble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 Forest 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UI/UX Framework: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with custom CSS injection for a responsive, high-tech dashboard interface.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78079"/>
            <a:ext cx="10517114" cy="4921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Algorithm: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Random Forest Classifier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— An ensemble learning method using 100 independent decision trees to achieve a validation accuracy of ~85%.</a:t>
            </a:r>
          </a:p>
          <a:p>
            <a:pPr marL="514350" lvl="0" indent="-5143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Preprocessing: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Utilized 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Label Encoding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for categorical features and handled missing data via drop-and-impute strategies.</a:t>
            </a:r>
          </a:p>
          <a:p>
            <a:pPr marL="514350" lvl="0" indent="-5143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Deployment Strategy: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The model is deployed as a live web application, hosted via a secure cloud environment for 24/7 accessibility.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B3499F-FD6F-B7F8-7945-10BCD266A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729" y="1276167"/>
            <a:ext cx="11546541" cy="4305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Successfully transformed a technical ML model into a polished product: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 Salary Prediction Engine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UI Upgrade: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Transitioned from a basic interface with technical jargon like "Adm-clerical" to a localized, "Space Tech" themed dashboard with clear Indian professional labels.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Insight: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Mathematical analysis through heatmaps identified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Education Level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as the most influential predictors of wealth creation.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4DD73D-EB68-EB6B-D21B-9CB4D26B0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793632"/>
            <a:ext cx="10015090" cy="36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Automated the complex process of income tier classification with a high degree of reliability.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Demonstrated the power of "Simple UX" in making advanced AI models useful for everyday HR and economic planning tasks.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project successfully integrates data science, localized product design, and cybersecurity-compliant data handling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47874" y="5508202"/>
            <a:ext cx="2713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943E24-93E5-C506-A9F7-56951A05D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70" y="1374955"/>
            <a:ext cx="10058400" cy="4921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Diversification: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Incorporating modern gender options (Transgender/Non-binary) to address historical dataset biases.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Native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Transitioning from proxy census data to real-time Indian datasets like 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Periodic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Labour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Force Survey (PLFS)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Security Scaling: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Implementing differential privacy and advanced encryption for user input data protection.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34980" y="20833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https://</a:t>
            </a:r>
            <a:r>
              <a:rPr lang="en-IN" dirty="0" err="1"/>
              <a:t>github.com</a:t>
            </a:r>
            <a:r>
              <a:rPr lang="en-IN" dirty="0"/>
              <a:t>/hms2186/AI-Driven-Salary-Prediction-</a:t>
            </a:r>
            <a:r>
              <a:rPr lang="en-IN" dirty="0" err="1"/>
              <a:t>System.git</a:t>
            </a:r>
            <a:endParaRPr lang="en-IN" dirty="0"/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links: https://</a:t>
            </a:r>
            <a:r>
              <a:rPr lang="en-IN" dirty="0" err="1"/>
              <a:t>hemanthmadhav</a:t>
            </a:r>
            <a:r>
              <a:rPr lang="en-IN" dirty="0"/>
              <a:t>-salary-prediction-</a:t>
            </a:r>
            <a:r>
              <a:rPr lang="en-IN" dirty="0" err="1"/>
              <a:t>engine.hf.space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1141</TotalTime>
  <Words>564</Words>
  <Application>Microsoft Macintosh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AI-Driven Workforce Income Classification System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HEMANTH MADHAV SRINIVASAN (RA2411030010111)</cp:lastModifiedBy>
  <cp:revision>39</cp:revision>
  <dcterms:created xsi:type="dcterms:W3CDTF">2021-05-26T16:50:10Z</dcterms:created>
  <dcterms:modified xsi:type="dcterms:W3CDTF">2026-02-27T17:48:50Z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